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22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9F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ThePetsVault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F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trusted pet profiles to a live Karachi pilot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Pet Care &amp; Marketplace Ecosystem  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  |  FAST-NUCES Karachi  |  Fall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in One Page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everyday pet needs, one trusted platform, one pet profile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6F3F5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Sell Pets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sellers, protected payments, reporting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6F3F5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Sitting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trusted sitter and book while you travel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6F3F5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Care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vets, appointments and video consults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6F3F5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Accessories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from verified vendors, delivered to you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1247120" cy="731520"/>
          </a:xfrm>
          <a:prstGeom prst="roundRect">
            <a:avLst>
              <a:gd name="adj" fmla="val 15000"/>
            </a:avLst>
          </a:prstGeom>
          <a:solidFill>
            <a:srgbClr val="15395B"/>
          </a:solidFill>
          <a:ln w="12700">
            <a:solidFill>
              <a:srgbClr val="1539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PET PROFILE  -  identity  |  vaccination &amp; health records  |  bookings  |  purchases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personalised discovery  |  support chatbot  |  vet triage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29768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verified users  |  ratings  |  safe payments  |  audit trail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pillars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4.8M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(BAC)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ThePetsVault  |  Product Roadmap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oundRect">
            <a:avLst>
              <a:gd name="adj" fmla="val 1690"/>
            </a:avLst>
          </a:prstGeom>
          <a:solidFill>
            <a:srgbClr val="F7F1EA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LAUNCH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ROADMAP: SIX STOPS FROM FOUNDATION TO GO-LIVE</a:t>
            </a:r>
            <a:endParaRPr lang="en-US" sz="2600" dirty="0"/>
          </a:p>
        </p:txBody>
      </p:sp>
      <p:pic>
        <p:nvPicPr>
          <p:cNvPr id="5" name="Image 0" descr="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1560" y="1719072"/>
            <a:ext cx="1920240" cy="402336"/>
          </a:xfrm>
          <a:prstGeom prst="homePlate">
            <a:avLst/>
          </a:prstGeom>
          <a:solidFill>
            <a:srgbClr val="F7D154"/>
          </a:solidFill>
          <a:ln w="12700">
            <a:solidFill>
              <a:srgbClr val="F7D1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7190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83080" y="22860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7D1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83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770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M1-M3 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plan &amp; design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baseline, UX prototype, architecture, cloud &amp; CI/CD base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1719072"/>
            <a:ext cx="1920240" cy="402336"/>
          </a:xfrm>
          <a:prstGeom prst="homePlat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51960" y="17190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83480" y="22860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4A2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834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770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M3-M5 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users &amp; pet profiles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roles &amp; KYC; pet profile, vaccination records, document access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1719072"/>
            <a:ext cx="1920240" cy="402336"/>
          </a:xfrm>
          <a:prstGeom prst="homePlat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17190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66760" y="22860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6B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667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2770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M4-M6 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pet buying &amp; selling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&amp; search, messaging, protected payment, refunds, disputes &amp; audit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783080" y="5559552"/>
            <a:ext cx="1920240" cy="402336"/>
          </a:xfrm>
          <a:prstGeom prst="homePlate">
            <a:avLst/>
          </a:prstGeom>
          <a:solidFill>
            <a:srgbClr val="A9CC3E"/>
          </a:solidFill>
          <a:ln w="12700">
            <a:solidFill>
              <a:srgbClr val="A9CC3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83080" y="55595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514600" y="42062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9CC3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5146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4690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M5-M7 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&amp; vet care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Sitter booking &amp; ratings; vet licence, slots, video consults; reminders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394960" y="5559552"/>
            <a:ext cx="1920240" cy="402336"/>
          </a:xfrm>
          <a:prstGeom prst="homePlate">
            <a:avLst/>
          </a:prstGeom>
          <a:solidFill>
            <a:srgbClr val="5FC7D1"/>
          </a:solidFill>
          <a:ln w="12700">
            <a:solidFill>
              <a:srgbClr val="5FC7D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94960" y="55595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&amp; SMART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26480" y="42062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FC7D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264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4690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M6-M8 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AI &amp; 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store, personalised discovery, support chatbot, vet triage, admin dashboard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869680" y="5559552"/>
            <a:ext cx="1920240" cy="402336"/>
          </a:xfrm>
          <a:prstGeom prst="homePlate">
            <a:avLst/>
          </a:prstGeom>
          <a:solidFill>
            <a:srgbClr val="6C74E6"/>
          </a:solidFill>
          <a:ln w="12700">
            <a:solidFill>
              <a:srgbClr val="6C74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869680" y="55595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9601200" y="42062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C74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01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0" y="4690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M9-M12 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pilot &amp; go-live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security tests, Karachi pilot, hardening, privacy controls, deployment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561320" y="274320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561320" y="2743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P-I GATE: M6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overlap. Months are project months (M1 = start of Fall 2026). Practicum-I covers M1-M6, Practicum-II covers M7-M12.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Stop Delivers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29 user stories placed on the road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F7D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611880" cy="384048"/>
          </a:xfrm>
          <a:prstGeom prst="rect">
            <a:avLst/>
          </a:prstGeom>
          <a:solidFill>
            <a:srgbClr val="F7D154"/>
          </a:solidFill>
          <a:ln w="12700">
            <a:solidFill>
              <a:srgbClr val="F7D15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FOUNDATION  (M1-M3)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830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validation &amp; personas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scope baseline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prototype for all roles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model, API contract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environments &amp; CI/CD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F4A2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25880"/>
            <a:ext cx="3611880" cy="384048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1688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TRUST  (M3-M5)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17830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Identity Verification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Profile Creation &amp; Management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&amp; Medical History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&amp; Access Permissions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F2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325880"/>
            <a:ext cx="3611880" cy="384048"/>
          </a:xfrm>
          <a:prstGeom prst="rect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56448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MARKETPLACE  (M4-M6)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17830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Creation &amp; Management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Search &amp; Discovery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Buyer-Seller Messaging &amp; Transaction Flow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Moderation &amp; Reporting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Platform-Mediated Payment Processing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Cancellation, Refunds &amp; Disputes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Admin Moderation Queue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A9CC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86200"/>
            <a:ext cx="3611880" cy="384048"/>
          </a:xfrm>
          <a:prstGeom prst="rect">
            <a:avLst/>
          </a:prstGeom>
          <a:solidFill>
            <a:srgbClr val="A9CC3E"/>
          </a:solidFill>
          <a:ln w="12700">
            <a:solidFill>
              <a:srgbClr val="A9CC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CARE  (M5-M7)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3434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Sitter Profile &amp; Availability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Booking, Instructions &amp; Cancellation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Check-In Updates &amp; Ratings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Availability &amp; Professional Verification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Discovery &amp; Appointment Scheduling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Tele-Consultation &amp; Consultation Records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Ratings &amp; Reviews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Reminders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8862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5FC7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886200"/>
            <a:ext cx="3611880" cy="384048"/>
          </a:xfrm>
          <a:prstGeom prst="rect">
            <a:avLst/>
          </a:prstGeom>
          <a:solidFill>
            <a:srgbClr val="5FC7D1"/>
          </a:solidFill>
          <a:ln w="12700">
            <a:solidFill>
              <a:srgbClr val="5FC7D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61688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SHOP &amp; SMART  (M6-M8)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361688" y="43434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&amp; Vendor Management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 &amp; Product Recommendations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&amp; Product Reviews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Pet Discovery (AI)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Support Chatbot (AI)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Triage &amp; Red-Flag Routing (AI)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Secure Access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8862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6C74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3886200"/>
            <a:ext cx="3611880" cy="384048"/>
          </a:xfrm>
          <a:prstGeom prst="rect">
            <a:avLst/>
          </a:prstGeom>
          <a:solidFill>
            <a:srgbClr val="6C74E6"/>
          </a:solidFill>
          <a:ln w="12700">
            <a:solidFill>
              <a:srgbClr val="6C74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56448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LAUNCH  (M9-M12)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156448" y="43434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Deletion &amp; Data Privacy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users, vet expert &amp; partners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performance &amp; integration testing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pilot across all 4 pillars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fixes, runbooks &amp; partner training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&amp; closure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ThePetsVault  |  Product Roadmap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First Release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after the MVP, and what stays out of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4754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611880" cy="50292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(if time allows)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Pet-specific product recommendations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Sitter check-in photo updates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searches &amp; recurring product reminders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vaccination &amp; appointment reminders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/ featured listings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611880" cy="4754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1539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371600"/>
            <a:ext cx="3611880" cy="502920"/>
          </a:xfrm>
          <a:prstGeom prst="rect">
            <a:avLst/>
          </a:prstGeom>
          <a:solidFill>
            <a:srgbClr val="15395B"/>
          </a:solidFill>
          <a:ln w="12700">
            <a:solidFill>
              <a:srgbClr val="1539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(future horizon)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05740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/ Plus membership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collaborative recommendations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microchip integration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NGO social-impact module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 integration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611880" cy="4754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6118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MVP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05740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diagnosis or predictive health analytics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warehouses, boarding facilities or delivery fleet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payment rail or regulated escrow custody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launch before the Karachi pilot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wildlife or illegal animal trading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ThePetsVault  |  Product Roadmap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673</Words>
  <Application>Microsoft Office PowerPoint</Application>
  <PresentationFormat>Widescreen</PresentationFormat>
  <Paragraphs>134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ThePetsVault Product Roadmap</dc:title>
  <dc:subject>PptxGenJS Presentation</dc:subject>
  <dc:creator>PptxGenJS</dc:creator>
  <cp:lastModifiedBy>Syed Rafay Hasan</cp:lastModifiedBy>
  <cp:revision>2</cp:revision>
  <dcterms:created xsi:type="dcterms:W3CDTF">2026-10-12T10:58:29Z</dcterms:created>
  <dcterms:modified xsi:type="dcterms:W3CDTF">2026-10-12T12:09:10Z</dcterms:modified>
</cp:coreProperties>
</file>